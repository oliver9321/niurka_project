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3" d="100"/>
          <a:sy n="53" d="100"/>
        </p:scale>
        <p:origin x="7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80D7F-CBDD-5E78-1EE7-6E3A6F4B2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D2411-E0E5-59AA-A783-4C0592D0F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F079D-3EC5-150D-052E-BBEA10D5C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78A-8ADA-423D-A8F9-0593B271DFEF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FD450-6B43-CCE6-3E15-71ECABF60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39DF7-D096-7871-B675-021729BE8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143C-40BB-4F8D-BB00-1AC148402AC6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873083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91B31-8541-5AEF-6E8B-9B169190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325FC-4A16-3D36-EC85-21CF795F4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CBD24-0B29-B897-9A1E-717572DC4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78A-8ADA-423D-A8F9-0593B271DFEF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79C20-BEF6-C4AE-808F-82079BCD4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3EC2E-FC8F-B1E8-3A70-82136762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143C-40BB-4F8D-BB00-1AC148402AC6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83445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9D274-2B70-9446-2565-21BBFEF76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C3A95-39AB-1123-B7C7-9CE774445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FAA1E-5C03-18DA-C49E-1DBC96C3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78A-8ADA-423D-A8F9-0593B271DFEF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1758D-FC2E-5B22-7F92-E8D4A01A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BC667-F320-B52B-59D7-AED7BD35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143C-40BB-4F8D-BB00-1AC148402AC6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48166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0AB7-6C13-20ED-681A-57F1706E1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8009E-096C-D232-A136-8EAB2F2A1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3ACA9-A079-607C-2102-507863441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DD467-7F62-2EF0-F7E3-1D925C3AE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78A-8ADA-423D-A8F9-0593B271DFEF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9490B-70B0-9F06-1E1D-B9B04040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31952-3167-B946-F47C-70D7D878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143C-40BB-4F8D-BB00-1AC148402AC6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639009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D3979-D80F-718A-CC08-FE65245B7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39781-DB3F-A286-CCA6-1E50E9422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1561A-0803-FEA6-6DCC-F4606F436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C69D67-312E-090C-CB96-4874E6D8A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2B388-4164-50F1-F3F1-48D6C555C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FFCE7D-9760-2895-F2E8-A5CC14B8B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78A-8ADA-423D-A8F9-0593B271DFEF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938093-8EB9-9D4A-4D66-CB9A17997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65B7F5-617C-5359-5272-D35BAF56B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143C-40BB-4F8D-BB00-1AC148402AC6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014998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F0A5-7516-3784-EA42-00806C4B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DAF76-C630-3148-0BFA-6BE1A1A28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78A-8ADA-423D-A8F9-0593B271DFEF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CC245-2F5B-E837-3066-C1A33DE21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3781F-2156-5326-0BA5-7C3F016E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143C-40BB-4F8D-BB00-1AC148402AC6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606842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680018-367E-2D1A-1769-B2FB3B09D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78A-8ADA-423D-A8F9-0593B271DFEF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60C7C-2B0D-F327-F5BA-C86DDAF2F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9936C-58CF-6B95-3456-14EBA8FC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143C-40BB-4F8D-BB00-1AC148402AC6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094065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D74B-062A-2E73-384B-8661F490C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54FA2-1F5A-A52B-6EA4-C9C1EAEF1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8626A-2764-D2E2-B6CC-D95CFEA3E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BF15A-DFE6-B39E-17A5-4A95C9271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78A-8ADA-423D-A8F9-0593B271DFEF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20302-0661-3CD4-5059-E15906AC1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FCEE4-4A41-FCA4-461C-10B6E4586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143C-40BB-4F8D-BB00-1AC148402AC6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055756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492F-56F1-2583-3E1A-91C9BBD5A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7BE36C-A7B7-08DB-2DF1-BA8877C757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F09A6-9E4F-9AD6-FADF-B75D11EB6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E70C0-1E75-AFC2-F84F-9766F944F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78A-8ADA-423D-A8F9-0593B271DFEF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855BF-3022-A3A0-4568-894A109B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ACE8F-BEEC-2971-40CE-F6320A0F4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143C-40BB-4F8D-BB00-1AC148402AC6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17085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B9A77-4723-C99B-B57A-0E6CC5E8D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A3BD20-6305-C5C7-BA6D-5E5920B90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17192-A6E5-1AB2-3A36-5B6EBA8B7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78A-8ADA-423D-A8F9-0593B271DFEF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12BEE-BA09-6A54-9CEA-7233DBA0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8A13C-9B09-B13E-19BA-4459C5A1E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143C-40BB-4F8D-BB00-1AC148402AC6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027276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B9BB02-658A-6FAF-7874-A08D76CF8A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75AE8C-46AD-83F4-AA25-AD1059216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FC610-ED06-2013-ED17-E7834B5F7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078A-8ADA-423D-A8F9-0593B271DFEF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952EA-035A-91DC-34ED-12B4BB31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905D4-3A6E-FDDF-AB72-03AEFC01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143C-40BB-4F8D-BB00-1AC148402AC6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159859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0E827C-6DA5-B68E-FFE8-B7A16307A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97F3A-DBBF-B8B2-A343-86D4D370E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6212E-5D2E-CBAD-C29D-CC3435D392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1078A-8ADA-423D-A8F9-0593B271DFEF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C7A10-C860-67B8-676F-5696CD88D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81B61-2AAF-75CA-9C37-160D6D691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2C143C-40BB-4F8D-BB00-1AC148402AC6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033348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oautomationpr.com/" TargetMode="External"/><Relationship Id="rId3" Type="http://schemas.openxmlformats.org/officeDocument/2006/relationships/hyperlink" Target="https://transfertec-ing.com/" TargetMode="External"/><Relationship Id="rId7" Type="http://schemas.openxmlformats.org/officeDocument/2006/relationships/hyperlink" Target="https://aico.com.do/nosotros" TargetMode="External"/><Relationship Id="rId12" Type="http://schemas.openxmlformats.org/officeDocument/2006/relationships/hyperlink" Target="https://www.sbsrd.com/deteccion-incendios" TargetMode="External"/><Relationship Id="rId2" Type="http://schemas.openxmlformats.org/officeDocument/2006/relationships/hyperlink" Target="https://www.firetech.com.do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nprotec.do/" TargetMode="External"/><Relationship Id="rId11" Type="http://schemas.openxmlformats.org/officeDocument/2006/relationships/hyperlink" Target="https://alarmas-aaa.com/sistemas-de-deteccion-y-alarmas-contra-incendios/" TargetMode="External"/><Relationship Id="rId5" Type="http://schemas.openxmlformats.org/officeDocument/2006/relationships/hyperlink" Target="https://saeg.daikinlatam.com/" TargetMode="External"/><Relationship Id="rId10" Type="http://schemas.openxmlformats.org/officeDocument/2006/relationships/hyperlink" Target="https://primefire.do/" TargetMode="External"/><Relationship Id="rId4" Type="http://schemas.openxmlformats.org/officeDocument/2006/relationships/hyperlink" Target="https://firepro.com/es/" TargetMode="External"/><Relationship Id="rId9" Type="http://schemas.openxmlformats.org/officeDocument/2006/relationships/hyperlink" Target="https://incifir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43E98-5928-2717-90F4-3B82682FF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530" y="406400"/>
            <a:ext cx="9144000" cy="2387600"/>
          </a:xfrm>
        </p:spPr>
        <p:txBody>
          <a:bodyPr/>
          <a:lstStyle/>
          <a:p>
            <a:r>
              <a:rPr lang="en-US" dirty="0" err="1"/>
              <a:t>Competencia</a:t>
            </a:r>
            <a:r>
              <a:rPr lang="en-US" dirty="0"/>
              <a:t> Greentech</a:t>
            </a:r>
            <a:br>
              <a:rPr lang="en-US" dirty="0"/>
            </a:br>
            <a:r>
              <a:rPr lang="en-US" dirty="0" err="1"/>
              <a:t>paginas</a:t>
            </a:r>
            <a:r>
              <a:rPr lang="en-US" dirty="0"/>
              <a:t> web</a:t>
            </a:r>
            <a:endParaRPr lang="es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842C9-D9BC-48A6-CB12-1A0284D01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4530" y="2960199"/>
            <a:ext cx="9272955" cy="29130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s-US" sz="1800" dirty="0" err="1">
                <a:hlinkClick r:id="rId2"/>
              </a:rPr>
              <a:t>Firetechcorp</a:t>
            </a:r>
            <a:r>
              <a:rPr lang="es-US" sz="1800" dirty="0">
                <a:hlinkClick r:id="rId2"/>
              </a:rPr>
              <a:t> - Especialistas en Sistemas Contra Incendios</a:t>
            </a:r>
            <a:endParaRPr lang="es-US" sz="1800" dirty="0"/>
          </a:p>
          <a:p>
            <a:pPr algn="l"/>
            <a:r>
              <a:rPr lang="es-ES" sz="1800" dirty="0" err="1">
                <a:hlinkClick r:id="rId3"/>
              </a:rPr>
              <a:t>Transfertec</a:t>
            </a:r>
            <a:r>
              <a:rPr lang="es-ES" sz="1800" dirty="0">
                <a:hlinkClick r:id="rId3"/>
              </a:rPr>
              <a:t> Ingeniería | Automatización y Control</a:t>
            </a:r>
            <a:endParaRPr lang="es-ES" sz="1800" dirty="0"/>
          </a:p>
          <a:p>
            <a:pPr algn="l"/>
            <a:r>
              <a:rPr lang="es-US" sz="1800" dirty="0" err="1">
                <a:hlinkClick r:id="rId4"/>
              </a:rPr>
              <a:t>FirePro</a:t>
            </a:r>
            <a:r>
              <a:rPr lang="es-US" sz="1800" dirty="0">
                <a:hlinkClick r:id="rId4"/>
              </a:rPr>
              <a:t> - Sistemas de extinción de incendios por aerosol condensado</a:t>
            </a:r>
            <a:endParaRPr lang="es-US" sz="1800" dirty="0"/>
          </a:p>
          <a:p>
            <a:pPr algn="l"/>
            <a:r>
              <a:rPr lang="es-US" sz="1800" dirty="0">
                <a:hlinkClick r:id="rId5"/>
              </a:rPr>
              <a:t>SAEG</a:t>
            </a:r>
            <a:endParaRPr lang="es-US" sz="1800" dirty="0"/>
          </a:p>
          <a:p>
            <a:pPr algn="l"/>
            <a:r>
              <a:rPr lang="es-US" sz="1800" dirty="0" err="1">
                <a:hlinkClick r:id="rId6"/>
              </a:rPr>
              <a:t>Inprotec</a:t>
            </a:r>
            <a:r>
              <a:rPr lang="es-US" sz="1800" dirty="0">
                <a:hlinkClick r:id="rId6"/>
              </a:rPr>
              <a:t> - Ingeniería de protección</a:t>
            </a:r>
            <a:endParaRPr lang="es-US" sz="1800" dirty="0"/>
          </a:p>
          <a:p>
            <a:pPr algn="l"/>
            <a:r>
              <a:rPr lang="es-ES" sz="1800" dirty="0" err="1">
                <a:hlinkClick r:id="rId7"/>
              </a:rPr>
              <a:t>Aico</a:t>
            </a:r>
            <a:r>
              <a:rPr lang="es-ES" sz="1800" dirty="0">
                <a:hlinkClick r:id="rId7"/>
              </a:rPr>
              <a:t> - Quiénes Somos | Expertos en Soluciones Tecnológicas</a:t>
            </a:r>
            <a:endParaRPr lang="es-ES" sz="1800" dirty="0"/>
          </a:p>
          <a:p>
            <a:pPr algn="l"/>
            <a:r>
              <a:rPr lang="es-US" sz="1800" dirty="0">
                <a:hlinkClick r:id="rId8"/>
              </a:rPr>
              <a:t>HOME | </a:t>
            </a:r>
            <a:r>
              <a:rPr lang="es-US" sz="1800" dirty="0" err="1">
                <a:hlinkClick r:id="rId8"/>
              </a:rPr>
              <a:t>ioautomation</a:t>
            </a:r>
            <a:r>
              <a:rPr lang="es-US" sz="1800" dirty="0">
                <a:hlinkClick r:id="rId8"/>
              </a:rPr>
              <a:t> </a:t>
            </a:r>
            <a:r>
              <a:rPr lang="es-US" sz="1800" dirty="0" err="1">
                <a:hlinkClick r:id="rId8"/>
              </a:rPr>
              <a:t>pr</a:t>
            </a:r>
            <a:endParaRPr lang="es-US" sz="1800" dirty="0"/>
          </a:p>
          <a:p>
            <a:pPr algn="l"/>
            <a:r>
              <a:rPr lang="es-US" sz="1800" dirty="0" err="1">
                <a:hlinkClick r:id="rId9"/>
              </a:rPr>
              <a:t>INCIFire</a:t>
            </a:r>
            <a:r>
              <a:rPr lang="es-US" sz="1800" dirty="0">
                <a:hlinkClick r:id="rId9"/>
              </a:rPr>
              <a:t> SRL</a:t>
            </a:r>
            <a:endParaRPr lang="es-US" sz="1800" dirty="0"/>
          </a:p>
          <a:p>
            <a:pPr algn="l"/>
            <a:r>
              <a:rPr lang="es-US" sz="1800" dirty="0">
                <a:hlinkClick r:id="rId10"/>
              </a:rPr>
              <a:t>Prime </a:t>
            </a:r>
            <a:r>
              <a:rPr lang="es-US" sz="1800" dirty="0" err="1">
                <a:hlinkClick r:id="rId10"/>
              </a:rPr>
              <a:t>Fire</a:t>
            </a:r>
            <a:r>
              <a:rPr lang="es-US" sz="1800" dirty="0">
                <a:hlinkClick r:id="rId10"/>
              </a:rPr>
              <a:t> ! </a:t>
            </a:r>
            <a:r>
              <a:rPr lang="es-US" sz="1800" dirty="0" err="1">
                <a:hlinkClick r:id="rId10"/>
              </a:rPr>
              <a:t>Dominican</a:t>
            </a:r>
            <a:r>
              <a:rPr lang="es-US" sz="1800" dirty="0">
                <a:hlinkClick r:id="rId10"/>
              </a:rPr>
              <a:t> </a:t>
            </a:r>
            <a:r>
              <a:rPr lang="es-US" sz="1800" dirty="0" err="1">
                <a:hlinkClick r:id="rId10"/>
              </a:rPr>
              <a:t>Republic</a:t>
            </a:r>
            <a:endParaRPr lang="es-US" sz="1800" dirty="0"/>
          </a:p>
          <a:p>
            <a:pPr algn="l"/>
            <a:r>
              <a:rPr lang="es-ES" sz="1800" dirty="0">
                <a:hlinkClick r:id="rId11"/>
              </a:rPr>
              <a:t>Sistemas de Detección y Alarma Contra Incendios - Sistemas de Seguridad y Alarmas en República Dominicana</a:t>
            </a:r>
            <a:endParaRPr lang="es-ES" sz="1800" dirty="0"/>
          </a:p>
          <a:p>
            <a:pPr algn="l"/>
            <a:r>
              <a:rPr lang="es-ES" sz="1800">
                <a:hlinkClick r:id="rId12"/>
              </a:rPr>
              <a:t>Sistemas Detección de Incendios | SBS Servicios Básicos de Seguridad</a:t>
            </a:r>
            <a:endParaRPr lang="es-US" sz="1800" dirty="0"/>
          </a:p>
        </p:txBody>
      </p:sp>
    </p:spTree>
    <p:extLst>
      <p:ext uri="{BB962C8B-B14F-4D97-AF65-F5344CB8AC3E}">
        <p14:creationId xmlns:p14="http://schemas.microsoft.com/office/powerpoint/2010/main" val="75060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Competencia Greentech paginas web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Niurka Peña</dc:creator>
  <cp:lastModifiedBy>Niurka Peña</cp:lastModifiedBy>
  <cp:revision>1</cp:revision>
  <dcterms:created xsi:type="dcterms:W3CDTF">2026-05-19T19:55:21Z</dcterms:created>
  <dcterms:modified xsi:type="dcterms:W3CDTF">2026-05-19T19:55:24Z</dcterms:modified>
</cp:coreProperties>
</file>