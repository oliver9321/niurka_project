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s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77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5073C-FF35-C735-86D3-571F720B9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329F5-DC1C-A7F8-CDEF-E1C9BB6319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AA98F-02F1-12AD-EF6B-959E57695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46CB-011C-48B5-BAAA-9CCA23D056F5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78B98-EEDB-F5D2-90F3-7232CE421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7D4E1-FEF2-9140-A8BF-DE6F3F7BB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42957-966D-46CF-8776-4E6114FBFAD4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402892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1210E-65B3-74D0-C7DC-740D9C2BB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6297F-E927-8FAE-32D5-2D558538D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E5FB1-8000-B6BB-D022-84A2D316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46CB-011C-48B5-BAAA-9CCA23D056F5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5A566-940A-BDAC-67AB-FB610BF0E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BF584-5ECF-8D44-5649-A530BD63A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42957-966D-46CF-8776-4E6114FBFAD4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176102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707D8-6184-0D4C-2220-B4ACE52D0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E9195-D219-3C8A-0973-13948500C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B7B06-4608-9B1C-AAED-CAA3E0CC4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46CB-011C-48B5-BAAA-9CCA23D056F5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B9C0F-560B-5AC7-C509-05607853C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B31FE-842A-3190-7C79-F3C4594E0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42957-966D-46CF-8776-4E6114FBFAD4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43919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0FEE6-AD3F-D716-3BD9-5C4BF1E58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8FE5B-08FD-4A9C-83C5-FAC0FF22EF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ECA2DB-A305-CA05-549A-8CA44A299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AB635-C8F7-1C38-A6B0-47753716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46CB-011C-48B5-BAAA-9CCA23D056F5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D36DB-2D6A-14B5-F07F-96811477E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FE97E-58D0-084A-BE32-A2E99397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42957-966D-46CF-8776-4E6114FBFAD4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063857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E8ECC-F729-5382-7712-A6B4275E8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1EA3C-B2CE-8199-FCB9-687F7546D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095C77-9217-43F6-7332-A6C27650B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B1DE83-E38C-227A-1FCB-18B7E9CBD6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5731AC-60C9-A127-6350-EB823CCAB1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ED1F11-8BEF-9F93-B9E4-1CD43F8F6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46CB-011C-48B5-BAAA-9CCA23D056F5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E03A50-1529-02FC-A868-734C930B9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B19ED8-0557-434C-A323-3DFE8C27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42957-966D-46CF-8776-4E6114FBFAD4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741294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F9413-3B56-8CA1-2BB7-28544F80F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F30AE7-1694-500C-7ECA-DA99AEDDD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46CB-011C-48B5-BAAA-9CCA23D056F5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F86E1-4D5D-72E6-38C9-3643AA215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F0537C-CCC5-1D67-32CF-E5E9931AB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42957-966D-46CF-8776-4E6114FBFAD4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4043639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73DC5F-37C9-3A68-CF63-9B539E5C0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46CB-011C-48B5-BAAA-9CCA23D056F5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919F67-91F0-3408-F756-8BD81EED5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8AF17-7953-091B-7666-8BBAF84D6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42957-966D-46CF-8776-4E6114FBFAD4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988886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C1A24-BFF3-40C9-8508-CAC1BB92D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A4D4B-A20D-7C0C-912C-8CFEF5107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A22BB4-39C7-B5DC-9140-AD89411FF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481D4-E60F-24C4-B9C4-5D69D624D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46CB-011C-48B5-BAAA-9CCA23D056F5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CD38F-9D0F-DA8D-2427-DF3A1E861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C5C03-F082-8331-E074-44570E20F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42957-966D-46CF-8776-4E6114FBFAD4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28353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FC0FA-F2F3-7871-6420-2A0A87F56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F32395-ED4D-5FBB-481D-9CA30EAC04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91B5D-C4D3-3FF5-300E-B26A049AE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0989EE-0ADB-8C75-3577-8303EF792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46CB-011C-48B5-BAAA-9CCA23D056F5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266E7-1993-D45E-4C19-483A3A34C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94898-6860-E4B9-ECE3-4964BA81B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42957-966D-46CF-8776-4E6114FBFAD4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4010077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724F8-4EA3-3EFD-2556-3FDF2B92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AC363-72E8-5358-4D2E-C6D5C7404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18AD1-69F9-700F-C5CF-83A6F8D9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46CB-011C-48B5-BAAA-9CCA23D056F5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9F535-4720-635C-FFCC-53CCA406A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2494E-4274-866A-8672-66132E285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42957-966D-46CF-8776-4E6114FBFAD4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067122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30B147-5B20-D6B9-C25F-33A4856891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CF938-5BD9-FD39-844E-3E5209147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57696-D295-BF82-DD27-2E0FF9420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46CB-011C-48B5-BAAA-9CCA23D056F5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3CD35-6F59-58A3-D0D8-EC12423B0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8A245-FEB2-9CDF-5004-1488AA000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42957-966D-46CF-8776-4E6114FBFAD4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693837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405413-BC86-4EA4-4F55-91BA97FCA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75316-46F4-14AD-8C41-0F81EC9D2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12F73-8BB3-B5D7-1856-7062A949D1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3B46CB-011C-48B5-BAAA-9CCA23D056F5}" type="datetimeFigureOut">
              <a:rPr lang="es-US" smtClean="0"/>
              <a:t>5/19/2026</a:t>
            </a:fld>
            <a:endParaRPr lang="es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93942-59CB-0A49-5391-82953EC3B3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DC29E-460F-C332-BF24-75305AC91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42957-966D-46CF-8776-4E6114FBFAD4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650317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5880A-7303-DA14-7C1F-48BDD2D8C3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Propuesta</a:t>
            </a:r>
            <a:br>
              <a:rPr lang="en-US" dirty="0"/>
            </a:br>
            <a:r>
              <a:rPr lang="en-US" dirty="0"/>
              <a:t>PAGINA WEB</a:t>
            </a:r>
            <a:br>
              <a:rPr lang="en-US" dirty="0"/>
            </a:br>
            <a:r>
              <a:rPr lang="en-US" dirty="0"/>
              <a:t>Greentech</a:t>
            </a: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126765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46F3B-B89C-F76E-301D-A5B516BE9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77BE8-9B08-1F3E-5D11-56CE85C52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C83E49-E43E-B1FB-9506-EB905938B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125"/>
            <a:ext cx="12192000" cy="519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90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B063F6-8B16-4D69-A61C-27B8E565B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0276"/>
            <a:ext cx="12157969" cy="378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565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8A13D-4C54-406B-4B03-3069481C6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F0A459-A8CA-464A-8926-19C6EA650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06" y="215583"/>
            <a:ext cx="11719520" cy="38098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F22193-58B3-BC1C-9B61-5D6B43BAD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00" y="4220261"/>
            <a:ext cx="4147371" cy="242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716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8539C-63E1-03E0-052D-AFE805538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4089A-23D3-22A3-1159-660513C31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B7543C-49C2-F015-11D5-B8129F91B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40" y="152454"/>
            <a:ext cx="7296807" cy="4682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795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8745CA8-54B0-D728-5B48-90CE202B9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83" y="239000"/>
            <a:ext cx="7145161" cy="419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387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32F12F-A8AA-78CD-253A-2E2E04F57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30" y="1690688"/>
            <a:ext cx="11549381" cy="11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962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B76D0D-9C4C-E120-0A5E-4A015F3DE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72" y="701456"/>
            <a:ext cx="11421855" cy="260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65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C67E-03AC-A98B-18E4-CCAD666BB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46B0F-28F0-375E-B889-ACF58653B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846997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DA6E2-C46E-E221-C063-F8DC185BF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4D3B4-61A8-945C-B885-92C16B642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881319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</TotalTime>
  <Words>6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Propuesta PAGINA WEB Greentech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Niurka Peña</dc:creator>
  <cp:lastModifiedBy>Niurka Peña</cp:lastModifiedBy>
  <cp:revision>1</cp:revision>
  <dcterms:created xsi:type="dcterms:W3CDTF">2026-05-19T19:30:19Z</dcterms:created>
  <dcterms:modified xsi:type="dcterms:W3CDTF">2026-05-19T19:38:48Z</dcterms:modified>
</cp:coreProperties>
</file>